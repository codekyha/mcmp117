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12, the fourth hands-on Linux week. Today's plan: first the theory behind redirection and pipes (standard streams = file descriptors 0, 1, 2; the shell rewires them with dup2 before exec; a pipe is a kernel buffer between two processes). Then the classic text tools: grep, sort, uniq, cut, wc, tr, head, tail, tee, find, xargs. Finally we answer real questions about the web-server log and the student list in ~/lab with one-line pipelines. Students should have a terminal open and run: bash mcmp117_lab_setup.sh, then cd ~/lab.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recap. Ask: what does chmod 640 report.txt allow? (owner rw, group r, others nothing: 6 = 4 + 2, 4 = r, 0 = none.) Why does a directory need x? (to enter it and reach the files inside.) We will meet 'Permission denied' again today: it arrives on standard error (fd 2), and we will learn to send it somewhere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1–4 before the break, Part 5 and the real analyses after it, then 30–40 minutes of lab work. All outputs on the slides are real, captured in the same ~/lab folder you have; your dates and process numbers will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before learning new commands, we learn the one idea that makes all of them combinable.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file descriptor (fd) is a small integer that indexes the process's table of open files (Week 7: per-process open-file table). The kernel does not care what is behind fd 1: a terminal, a file, a pipe or /dev/null. The program just calls write(1, ...). By convention every process is started with 0, 1, 2 already open — inherited from its parent, the shell. Point out the red stderr arrow: two separate channels to the same screen. That separation is the whole reason 2&gt;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output; strace writes its trace into t1.txt (-o) so it does not mix with ls's own output. ls wrote the error in four small pieces ("ls: ", the name, the reason, the newline) — all on fd 2. Notice the order: the error appears before the listing, because ls checks all arguments first. Also note that on the terminal ls prints in columns, but in a file one name per line: ls checks whether fd 1 is a terminal (isatty) and adapts its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direct proof that redirection is just a change in the file-descriptor table. /proc/self is a symbolic link to /proc/&lt;PID of the process that opens it&gt;. The terminal number (pts/1) and the dates will differ on your machine. l-wx------ shows the fd is open for writing only; lrwx------ read and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type these yourself. The third echo replaced both lines: &gt; truncated the file. strace (two slides from now) shows the flag O_TRUNC that does this. Tip for the careful: set -o noclobber makes bash refuse to overwrite an existing file with &gt;; &gt;| forces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/proc/self/fd output confirms it: with &lt; docs/syllabus.txt, fd 0 points to the file. Practical use of &lt;: getting a bare number (300) without the file name, which is handy in scripts (Week 14). Typical student error: writing wc -l &gt; logs/access.log — that would EMPTY the log! The arrow direction matters: &lt; reads, &gt;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command: &gt; only moved stdout, so the error still appears on the screen — the separate channel at work. 2&gt; err.txt: the opposite. &gt; all.txt 2&gt;&amp;1: both in the file (errors first, because ls reports the missing name first). &amp;&gt; all.txt does the same in bash; the 2&gt;&amp;1 form also works in other shells (sh, dash). /dev/null is the classic way to silence 'Permission denied' lines from find (we will do this after the break).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2&gt;&amp;1 as 'fd 2 becomes a copy of fd 1 as it is at this moment' — it is literally the system call dup2(1, 2). In the second command, at the moment of 2&gt;&amp;1, fd 1 still points to the terminal, so fd 2 is copied to the terminal; only afterwards is fd 1 moved to the file. Real output: the error appeared on the screen, and out2.txt contains only the listing. Exam favourite.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strace output, as an ordinary user (process numbers and environment addresses will differ; the address of the environment was shortened to …). The first PID is bash, the second is its child. The child does the open and dup2, then execve: the ls program replaces the child's code, but the open-file table is kept. Mention close-on-exec: the shell normally also closes fd 3 so that ls does not inherit a spare copy — we did not trace close to keep the output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Redirection connects a process to a FILE. A pipe connects a process to another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pipeline aloud: cut takes field 9 (the HTTP status code) of each line, sort groups equal codes together, uniq -c counts each group. No temporary files: the data flows through memory buffers in the kernel. Each box is a separate process with its own PID (Week 3); the shell started all three. Errors are not sent down the pipe — a stage's error messages appear directly on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trace; the clone flags and environment addresses are shortened with …. Lines are prefixed with the PID; exit and SIGCHLD lines are omitted (the full raw file is in code/out_strace.txt). When two processes run at the same moment, strace may print '&lt;unfinished ...&gt;' and 'resumed' halves of one call — do not be surprised if your trace looks like that. The first child is grep: dup2(4, 1) then exec. The second child is wc: dup2(3, 0) then exec. Together with redirection this is ALL the shell needs: pipe(), fork(), dup2(), exec(). The bottom box: ls run in a pipe sees fd 1 -&gt; pipe:[N], where N identifies the pipe inside the kernel.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bounded-buffer (producer-consumer) problem from Week 5, solved inside the kernel with blocking: the scheduler (Week 4) simply puts the waiting process to sleep. Two real experiments: (1) sleep 2 | sleep 2 takes 2.0 s, not 4 s — the stages run concurrently, not one after another. (2) yes prints 'y' forever, but when head has printed 3 lines and exits, the pipe has no reader any more; the next write() by yes gets the signal SIGPIPE, which terminates it. Signals are a Week 13 topic. The 64 KiB default (16 x 4096 = 65,536 bytes) can be changed per pipe with fcntl(F_SETPIPE_SZ).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Unix philosophy: each program does one thing well, and programs work together through text streams. Every tool in this part is a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= 'global regular expression print' (from the ed editor command g/re/p). -c counts LINES, not occurrences. Options can be combined: -vc = invert and count: 41 non-INFO lines, and 13 + 28 = 41 (ERROR + WARN), which we will confirm later. Note the system.log minutes are not in order inside an hour — this is generated test data; real logs are in time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before showing the output: how many lines will grep "Week 1" print? Many students say one. Searching a whole project tree for a function name with grep -rn name src/ is an everyday programmer task. When grep searches several files it prints file:line; with -h it hides the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 expressions are NOT the same as shell wildcards: in a regex * means 'repeat the previous item', and . means 'any character'; in the shell * means 'any string'. The 5.38 example is real: counting the IP 10.0.5.38 with an unescaped dot gives 39 instead of 37, because . also matched the ':' in the time 15:38 and the digit in the byte count 5438 (both lines are in out_regex.txt). The last example finds ECT students whose final grade is 90–99: ',ECT,' then digits for the midterm, then a comma, then 9 and one digit at the end of the line. grep -E (extended regex: + ? | and groups) exists — not needed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trap on this slide: without -n, '100' sorts BEFORE '35' because sort compares character by character. Second trap, coming in the common-mistakes slide: the header line 'id,name,...' is data too — tail -n +2 starts at line 2 and skips it. -k5 means 'from field 5 to the end of the line'; since final is the last field this is fine; in general write -k5,5. Ordering also depends on the locale (we use LC_ALL=C.UTF-8 in the lab; a Turkish locale may order letters differently).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 -c on the unsorted file reports '1 Antalya' even though Antalya appears 6 times: the six lines are not next to each other. After sort, equal lines are adjacent and the counts are right; 2 + 6 + 5 + 5 + 1 + 2 + 4 + 5 = 30 lines, which matches wc -l data/cities.txt. Ties keep a fixed order: with sort -rn, equal counts are ordered by the rest of the line, reversed (Trabzon before Eskisehir). Four student names appear twice in students.csv: they are different students with the same name (different ids).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counts fields from 1. For -c, characters also count from 1: in '2026-10-12 09:00:00 ...' characters 12-16 are the hour and minute. wc with several files adds a 'total' line. Ask: how would you count only the words of syllabus.txt? (wc -w docs/syllabus.txt.)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 only reads stdin — it never takes a file name, so use &lt; file or a pipe. In system.log the level is padded to 5 characters (INFO and WARN get an extra space, ERROR does not): a cut with a single-space delimiter treats two spaces as an empty field between them. tr -s is the standard fix. tr works on single characters (bytes), not words: tr "cat" "dog" replaces c by d, a by o, t by g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photograph this slide; the full command reference is in the course notes (Section 'Command Reference'). Everything below the pipe row are filters: they read files or stdin and write stdout.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Ask students to re-run bash mcmp117_lab_setup.sh during the break so everyone has a fresh, identical lab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 is named after the T-shaped pipe fitting used by plumbers. It is the way to save an intermediate result of a pipeline and still continue. A typical admin use: sudo tee to write into a root-owned file (because sudo cmd &gt; file applies the redirection in YOUR shell, without root rights — a nice Week 11 link). tail -f is how administrators watch logs live; demonstrate with tail -f logs/system.log in one terminal and echo test &gt;&gt; logs/system.log in another,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quotes around "*.txt" are essential: without them the shell expands *.txt in the CURRENT directory before find starts (Week 10: the shell expands wildcards). We used touch -d to give notes_01.txt an old modification time, so that -mtime +30 has something to find. The order of find's output is the order of entries in the directory, not sorted (pipe into sort if you need order). -size +10k: only access.log (23,604 bytes) is larger than 10 KiB = 10,240 bytes. 14 photos: 12 img0NN.jpg, IMG_014.JPG and holiday.jpeg; img013.png is not matched.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difference between stdin and arguments: wc reads stdin as DATA, but we want file NAMES as arguments; xargs does that conversion. The third command is a real failure: 'final report.txt' contains a space, xargs split it into two names 'docs/final' and 'report.txt', and wc complained (the total 23 misses its 2 lines). -print0 separates names with a zero byte, which cannot appear in a file name; xargs -0 splits only there: total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use everything together. The method matters more than the commands: look at the data, find the column, then add one stage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line of access.log split at single spaces — 10 fields. Field 4 contains the date AND the time; cut -d: -f2 would give the hour (field 2 when splitting at colons). system.log has fixed-width columns (the level is padded to 5 characters), so cut -c is the natural tool. students.csv is comma-separated with a header line: remember tail -n +2.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output. Answer: 148 of the 300 requests (49.3 %) succeeded with 200 OK; 57 were 404 Not Found; 24 were 500 Internal Server Error. Check: 148 + 57 + 34 + 24 + 20 + 17 = 300 = wc -l. Teach the habit: never type a 6-stage pipeline in one go. Press the up-arrow, add one stage, look at the result, repeat. Status codes: 2xx success, 3xx redirection (304 = not modified, use your cached copy), 4xx client error (403 forbidden, 404 not found), 5xx server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4-step recipe, different column: field 7 = page, field 1 = IP address. The third pipeline first FILTERS (grep the 404 lines), then extracts the page: the most common broken link is /images/logo.png, 9 times. Note the space around 404 in the pattern: " 404 " so that a byte count such as 4042 cannot match. Ties: /index.html and /images/logo.png both have 33 requests; head -n 5 shows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 per hour: here uniq -c works WITHOUT sort because the log is already in hour order — the hours are adjacent. Hours 11 and 15 have no errors, so they are simply missing (uniq cannot count what is not there). 3 + 4 + 1 + 3 + 2 = 13, matching grep -c. WARN: 11 + 17 = 28. Departments: 17 + 11 + 10 + 2 = 40 students, matching 41 lines minus the header. The last pipeline sorts the WHOLE line by field 5 and only then cuts the columns we want to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work alone or in pairs for 30-40 minutes on both slides. The complete Lab Sheet (20 graded exercises, Parts A-D, 100 points) with full solutions is in the course notes; A4 and B1 are left for the notes. Walk around: the most common problems are forgetting quotes around patterns with spaces, and forgetting tail -n +2 for the CSV header. For A5, first create the unreadable folder exactly as on the find slide: mkdir secret &amp;&amp; chmod 000 secret (and remove it afterwards with chmod 755 secret; rmdir secret).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(check them with the notes): C1 CS 10, ECT 17, EE 2, ME 11. C2 Onur Dogan 100, Elif Yilmaz 99, Emre Dogan 98. C4 /courses/mcmp117 41, /about.html 37, /index.html 33 (tie with /images/logo.png 33). C5 /images/logo.png (9). C6 09:3, 10:4, 12:1, 13:3, 14:2. D1 Elif Yilmaz, Mehmet Aydin, Onur Dogan, Selin Yildiz. D2 grep " 500 " logs/access.log | tee errors_500.txt | wc -l gives 24. D4 6 addresses; 10.0.5.38 with 37 requests. Do not show the answers until most students have tried.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real output (code/demo_mistakes.sh). sort c.txt &gt; c.txt: the redirection is processed first, it truncates c.txt to 0 bytes, then sort reads an empty file. (sort -o c.txt c.txt is the one safe in-place form, because sort reads everything before opening the output.) grep user login: 'grep: login: No such file or directory' — but it still searched system.log and printed 15 lines with the file name prefix. ls data &gt; wc: no error at all, just a surprising new file called wc. Also remember the xargs-with-spaces problem from the find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(1) The first sends both stdout and stderr to the file; in the second, fd 2 is copied from fd 1 while fd 1 is still the terminal, so errors stay on the screen. (2) uniq only merges ADJACENT equal lines; sort first: sort data/cities.txt | uniq -c. (3) cut -d" " -f1 logs/access.log | sort | uniq -c | sort -rn | head -n 3 (58 10.0.2.17, 56 10.0.4.31, 52 10.0.6.45). (4) pipe() (pipe2), fork() (clone) twice, dup2() in each child (grep: dup2(4,1), wc: dup2(3,0)), execve() in each child, then wait for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these quickly. The most important single idea: redirection and pipes are not features of the individual programs — they are done by the shell, with three system calls, before the program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 we look at the processes we created today from the outside: ps shows them, signals stop them, the shell's job control moves them between foreground and background. The SIGPIPE that stopped yes today is one of those signals. Before next week: finish the Lab Sheet in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Remind students that questions on the Telegram channel help everyone, and that all demo scripts and their real outputs are in the week's code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 ·  WEEK 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Text Processing, Redirection &amp; Pipes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programs, connected by the kernel, answer real questions about real data.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Electronical Communication Technology Programme  ·  Vocational School  ·  Istanbul Okan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11 in Four Ideas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and groups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whoami, groups; every user and group has a number (UID, GID), listed in /etc/passwd and /etc/group.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61188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 string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68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-rwxr-x--- : file type, then rwx for owner, group and others. On a directory, x means "may enter".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4652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chmod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68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(u+x, go-w) or octal with r = 4, w = 2, x = 1: 754 = rwx r-x r--.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28116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may change 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468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umask sets defaults; chown needs root; sudo runs one command as root — use it carefully.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files we protected last week become data: we search, cut, sort and count their contents, and we connect programs to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150876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645920" y="15087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streams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stdin, stdout, stderr = file descriptors 0, 1, 2 (Weeks 2–3: write(1, …)).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2295144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2295144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645920" y="229514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Redirection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&gt;&gt; &lt; 2&gt; 2&gt;&amp;1 &amp;&gt; /dev/null — and how the shell does it with dup2().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3081528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3081528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645920" y="308152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cmd1 | cmd2: two processes connected by a kernel buffer.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3867912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3867912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645920" y="386791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(with simple regular expressions), sort, uniq, cut, wc, tr.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4654296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654296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645920" y="465429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tools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and tail in pipelines, tee, find, xargs.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48640" y="5440680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71600" y="544068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164592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analyses + lab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codes, top pages, errors per hour, grades — one line each.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Streams &amp; Redirection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starts life with three open files.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STREAMS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Streams, Three Small Numbers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17373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(terminal input)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1691640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7490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 (e.g. ls, grep, sort)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file-descriptor 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51460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886200" y="2514600"/>
            <a:ext cx="548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8848" y="2514600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498848" y="2514600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3118104"/>
            <a:ext cx="548640" cy="475488"/>
          </a:xfrm>
          <a:prstGeom prst="roundRect">
            <a:avLst>
              <a:gd name="adj" fmla="val 961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886200" y="3118104"/>
            <a:ext cx="548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8848" y="3118104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498848" y="3118104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output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3721608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5453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3886200" y="3721608"/>
            <a:ext cx="548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98848" y="3721608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498848" y="3721608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stderr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2194560"/>
            <a:ext cx="2606040" cy="1691640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052560" y="2194560"/>
            <a:ext cx="2606040" cy="1691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screen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/dev/pts/1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 flipV="1">
            <a:off x="2304288" y="2752344"/>
            <a:ext cx="1563624" cy="219456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3317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read(0, …)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6967728" y="2834640"/>
            <a:ext cx="2066544" cy="521208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write(1, …)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6967728" y="3474720"/>
            <a:ext cx="2066544" cy="484632"/>
          </a:xfrm>
          <a:prstGeom prst="line">
            <a:avLst/>
          </a:prstGeom>
          <a:noFill/>
          <a:ln w="28575">
            <a:solidFill>
              <a:srgbClr val="B5453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315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write(2, …)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772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stdin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program reads its input. Default: the keyboard.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25112" y="46177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553712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stdout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results. Default: the terminal screen.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01584" y="46177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8330184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stderr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30184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messages, on a separate channel — so they still reach you when the results go to a file.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WEEKS 2–3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Seen This Before: write(1, …)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3246120"/>
          </a:xfrm>
          <a:prstGeom prst="roundRect">
            <a:avLst>
              <a:gd name="adj" fmla="val 1408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62025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strace -o t1.txt -e trace=write ls data nosuch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  numbers.txt  students.csv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t1.txt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"ls: ", 4)                     = 4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"cannot access 'nosuch'", 22)  = 22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": No such file or directory", 27) = 27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"\n", 1)                       = 1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"data:\n", 6)                  = 6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"cities.txt  numbers.txt  student"..., 38) = 38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exited with 2 +++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strace shows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488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message goes out with write(2, …): fd 2, stderr.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goes out with write(1, …): fd 1, stdout.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never asks where 1 and 2 lead: that was decided before it started.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11109960" cy="1280160"/>
          </a:xfrm>
          <a:prstGeom prst="roundRect">
            <a:avLst>
              <a:gd name="adj" fmla="val 428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printf() ends as write(1, "Hello…", n). Week 3: a system call is a trap into the kernel, and fd 1 means standard output. Today: if the shell makes fd 1 point to a file before ls starts, every write(1, …) lands in that file. That is redirection.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STREAMS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Descriptors: ls -l /proc/self/fd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98601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0 -&gt;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1 -&gt;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2 -&gt;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/proc/15829/fd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&gt; fd.txt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fd.txt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0 -&gt;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l-wx------ 1 student student 64 Oct 12 08:48 1 -&gt; /home/student/lab/fd.txt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2 -&gt;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/proc/15832/fd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2&gt; /dev/null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0 -&gt;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1 -&gt; /dev/pts/1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l-wx------ 1 student student 64 Oct 12 08:48 2 -&gt; /dev/null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/proc/15841/fd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1508760"/>
            <a:ext cx="3566160" cy="475488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321040" y="1691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observe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14884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/proc/self is the process that is looking — here ls itself (Week 3: /proc).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0, 1, 2 all point to the terminal /dev/pts/1.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&gt; fd.txt, fd 1 points to the file: ls wrote its own listing into it.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2&gt; /dev/null, fd 2 points to the "black hole" device.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3 is the directory ls is reading.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Redirection: &gt; Overwrites, &gt;&gt; Appends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3093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59801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"first line" &gt; notes.txt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line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"second line" &gt;&gt; notes.txt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line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line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"oops" &gt; notes.txt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150876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148840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&gt; file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creates the file, or empties it first (truncate), then writes stdout into it.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&gt;&gt; file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creates it if needed, then adds at the end.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appears on the screen: stdout went to the file.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443484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0" y="4617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Careful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50749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empties the file before the command even starts. One wrong &gt; destroys a file — there is no undo and no recycle bin (Week 10).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Redirection: &lt; Feeds a File into stdin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3108960"/>
          </a:xfrm>
          <a:prstGeom prst="roundRect">
            <a:avLst>
              <a:gd name="adj" fmla="val 1471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6202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logs/access.log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logs/access.log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&lt; logs/access.log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&lt; docs/syllabus.txt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0 -&gt; /home/student/lab/docs/syllabus.txt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1 -&gt; /dev/pts/1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2 -&gt; /dev/pts/1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/proc/15838/fd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read a file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4884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file: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wc opens the file itself and knows its name, so it prints it.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&lt; file: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shell opens it as fd 0; wc only sees a stream, so no name.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109960" cy="1417320"/>
          </a:xfrm>
          <a:prstGeom prst="roundRect">
            <a:avLst>
              <a:gd name="adj" fmla="val 387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10652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text tools follow the filter convention: read the files named as arguments, or stdin if there are none; write the result to stdout. That is why they can be chained with pipes — the main topic of today.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Redirecting Errors: 2&gt;, 2&gt;&amp;1, &amp;&gt; and /dev/null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3093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59801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&gt; out.txt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 err.txt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  numbers.txt  students.csv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err.txt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&gt; all.txt 2&gt;&amp;1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all.txt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students.csv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 /dev/null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  numbers.txt  students.csv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Syntax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 f   or  1&gt; 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stdout to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2&gt; 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stderr to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2&gt;&gt; 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stderr to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 f 2&gt;&amp;1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to f (fd 2 = copy of fd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&amp;&gt; 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to f (bash shorthand)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2&gt; /dev/null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 errors away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86600" y="4800600"/>
            <a:ext cx="45720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0" y="498348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 is a device file: everything written to it disappears; reading from it gives end-of-file at once.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Matters: Redirections Run Left to Right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&gt; all.txt 2&gt;&amp;1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1965960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37744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terminal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20624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2679192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all.txt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37744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all.txt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20624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48640" y="3392424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2&gt;&amp;1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37744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all.txt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20624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all.txt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D7E9E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77240" y="4389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streams end up in all.txt.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2&gt;&amp;1 &gt; out2.txt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196596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217920" y="1965960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04672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terminal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7552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87552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679192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217920" y="2679192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2&gt;&amp;1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804672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terminal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87552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987552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392424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6217920" y="3392424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out2.txt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804672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out2.txt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87552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987552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17920" y="42062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6446520" y="4389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still appears on the screen!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257800"/>
            <a:ext cx="11109960" cy="1005840"/>
          </a:xfrm>
          <a:prstGeom prst="roundRect">
            <a:avLst>
              <a:gd name="adj" fmla="val 4545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713232" y="5349240"/>
            <a:ext cx="1078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2&gt;&amp;1 &gt; out2.txt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2&gt;&amp;1 means: make fd 2 a copy of what fd 1 is NOW — not a permanent link to fd 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Shell Does It: fork, open, dup2, exec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417320"/>
          </a:xfrm>
          <a:prstGeom prst="roundRect">
            <a:avLst>
              <a:gd name="adj" fmla="val 322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10780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strace -f -o t2.txt -e trace=openat,dup2,execve bash -c "ls data &gt; list.txt"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"list.txt|dup2|execve" t2.txt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15726 execve("/usr/bin/bash", ["bash", "-c", "ls data &gt; list.txt"], …) = 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15727 openat(AT_FDCWD, "list.txt", O_WRONLY|O_CREAT|O_TRUNC, 0666) =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15727 dup2(3, 1)                        = 1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15727 execve("/usr/bin/ls", ["ls", "data"], …) = 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fork (clone)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creates a child: a copy of itself, with the same fds 0, 1, 2.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72968" y="4069080"/>
            <a:ext cx="201168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61188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openat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opens list.txt for writing (O_TRUNC = empty it). New fd: 3.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07608" y="4069080"/>
            <a:ext cx="201168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D7E9E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4652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dup2(3, 1)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 becomes a copy of fd 3: stdout now leads to list.txt.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42248" y="4069080"/>
            <a:ext cx="201168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5256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28116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execve 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becomes ls. The fd table survives exec — ls writes to fd 1.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77240" y="521208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asked: why are fork() and exec() two separate calls? Because between them the child can rearrange its file descriptors — and the program it then runs never knows. Linux implements fork() with the clone() system call.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one process becomes the input of the next.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Pipeline: Processes Connected by Pipes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109960" cy="1005840"/>
          </a:xfrm>
          <a:prstGeom prst="rect">
            <a:avLst/>
          </a:prstGeom>
          <a:solidFill>
            <a:srgbClr val="E9EEEF"/>
          </a:solidFill>
          <a:ln w="9525">
            <a:solidFill>
              <a:srgbClr val="C9D3D5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pipe buffers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160020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access.log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514600" y="1600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16002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76072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16002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36676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 -c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469880" y="160020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469880" y="1600200"/>
            <a:ext cx="1188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67128" y="2034540"/>
            <a:ext cx="329184" cy="91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51960" y="33375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2519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33375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81228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487168"/>
            <a:ext cx="9144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5486400" y="2487168"/>
            <a:ext cx="54864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086600" y="2487168"/>
            <a:ext cx="9144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046720" y="2487168"/>
            <a:ext cx="59436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939528" y="2034540"/>
            <a:ext cx="51206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70332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870448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0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0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1673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6949440" cy="1920240"/>
          </a:xfrm>
          <a:prstGeom prst="roundRect">
            <a:avLst>
              <a:gd name="adj" fmla="val 2381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13232" y="4434840"/>
            <a:ext cx="6620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sort | uniq -c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148 200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20 301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34 304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17 403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57 404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24 500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26680" y="43434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7955280" y="452628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processes run at the same time; each pipe is a buffer inside the kernel.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writes to fd 1 = the pipe; sort reads fd 0 = the pipe.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 (fd 2) of every stage still goes to the terminal.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Pipe: pipe2, clone, dup2, execve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3429000"/>
          </a:xfrm>
          <a:prstGeom prst="roundRect">
            <a:avLst>
              <a:gd name="adj" fmla="val 133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57453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strace -f -o t3.txt -e trace=pipe2,clone,dup2,execve bash -c "grep ERROR logs/system.log | wc -l"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t3.txt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15736 pipe2([3, 4], 0) = 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15736 clone(…) = 15737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15736 clone(…) = 15738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15737 dup2(4, 1) = 1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15738 dup2(3, 0) = 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15738 execve("/usr/bin/wc", ["wc", "-l"], …) = 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15737 execve("/usr/bin/grep", ["grep", "ERROR", "logs/system.log"], …) = 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977640" cy="3429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909560" y="1691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trace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14884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pipe2([3, 4]):</a:t>
            </a: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shell gets a pipe: fd 3 = read end, fd 4 = write end.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× 2:</a:t>
            </a: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 children (fork).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child:</a:t>
            </a: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dup2(4, 1) — stdout into the pipe.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child:</a:t>
            </a: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dup2(3, 0) — stdin from the pipe.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109960" cy="114300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13232" y="5212080"/>
            <a:ext cx="10780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| cat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l-wx------ 1 student student 64 Oct 12 08:48 1 -&gt; pipe:[29942]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ls's fd 1 is not the terminal any more: it is a pipe (number 29942 in the kernel)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WEEK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 Is a Bounded Buffer Managed by the Kernel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grep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8346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2918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7490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2062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6634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1206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5778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0350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4922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9494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buffer: 64 KiB on Linux (16 pages × 4 KiB)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26680" y="16916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72668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wc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304288" y="2148840"/>
            <a:ext cx="493776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06640" y="2148840"/>
            <a:ext cx="301752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8640" y="2926080"/>
            <a:ext cx="89154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77240" y="3108960"/>
            <a:ext cx="8458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full: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write() blocks — the writer waits.   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empty: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read() blocks — the reader waits.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closed and buffer empty: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read() returns 0 = end of file.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692640" y="1691640"/>
            <a:ext cx="1965960" cy="2697480"/>
          </a:xfrm>
          <a:prstGeom prst="roundRect">
            <a:avLst>
              <a:gd name="adj" fmla="val 279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9921240" y="1874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921240" y="23317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producer–consumer problem — solved for you by the kernel.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1109960" cy="1691640"/>
          </a:xfrm>
          <a:prstGeom prst="roundRect">
            <a:avLst>
              <a:gd name="adj" fmla="val 270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713232" y="4663440"/>
            <a:ext cx="10780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(sleep 2 | sleep 2)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   0m2.005s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 0m0.003s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    0m0.002s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| head -n 3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Filters: grep, sort, uniq, cut, wc, tr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reads lines from files or stdin and writes lines to stdout.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grep: Print the Lines That Match a Pattern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98601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ERROR logs/system.log | head -n 3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09:12:00 ERROR failed to mount /dev/sdb1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09:56:00 ERROR failed to mount /dev/sdb1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09:07:00 ERROR failed to mount /dev/sdb1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ERROR logs/system.log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-i "TALK" docs/linux_quotes.txt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is cheap. Show me the code.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-n "backup" logs/system.log | head -n 4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6:2026-10-12 09:55:00 INFO  backup finished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7:2026-10-12 09:06:00 INFO  backup started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10:2026-10-12 09:39:00 INFO  backup finished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29:2026-10-12 10:08:00 INFO  backup started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 INFO logs/system.log | head -n 4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09:11:00 WARN  high memory usage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09:22:00 WARN  high memory usage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09:12:00 ERROR failed to mount /dev/sdb1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09:23:00 WARN  temperature 71C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-vc INFO logs/system.log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508760"/>
          <a:ext cx="3566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-i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upper/lower 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line numbers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-v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invert: lines NOT matching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-c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matching lines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-w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whole words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-r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directories recursively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45720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32104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grep [options] PATTERN [files]. Quote the pattern if it has spaces or special characters.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Words (-w) and Whole Directories (-r)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62025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"Week 1" docs/syllabus.txt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Introduction and history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10 File and directory operations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11 Permissions, ownership and users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12 Text processing and redirection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13 Processes and job control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14 Introduction to shell scripting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15 Final exam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-w "Week 1" docs/syllabus.txt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Introduction and history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"Project" projects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projects/beta/README.md:# Project beta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projects/alpha/README.md:# Project alpha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931920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"Week 1" also matches inside "Week 10" … "Week 15". With -w the match must be a whole word: not followed (or preceded) by a letter, digit or _.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26680" y="4023360"/>
            <a:ext cx="3931920" cy="2240280"/>
          </a:xfrm>
          <a:prstGeom prst="roundRect">
            <a:avLst>
              <a:gd name="adj" fmla="val 24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955280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663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every file below a directory and prefixes each line with its file name. The order is the order in the directory, not alphabetical.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Regular Expressions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6634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40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Symbol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Matches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of the 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^Week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the 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s$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ONE character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c.de → code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 ]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character from a 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[0-9]  [aeiou]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item before it, 0 or more times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[0-9]*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\.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literal dot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5\.38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0060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4800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put the pattern in quotes: otherwise the shell may expand * and [ ] as file-name wildcards (Week 10) before grep sees them.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40680" y="1508760"/>
            <a:ext cx="62179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05272" y="1600200"/>
            <a:ext cx="588873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"^Week [0-9] " docs/syllabus.txt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Introduction and history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  Definitions, goals, components, structures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  OS services, system calls, processes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"s$" docs/syllabus.txt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  Definitions, goals, components, structures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  OS services, system calls, processes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  Threads and CPU scheduling basics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  Virtual memory and file systems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10 File and directory operations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11 Permissions, ownership and users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"c.de" docs/linux_quotes.txt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is cheap. Show me the code.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"5.38" logs/access.log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"5\.38" logs/access.log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",ECT,[0-9]*,9[0-9]$" data/students.csv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2026001,Elif Yilmaz,ECT,96,99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2026015,Deniz Celik,ECT,95,96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sort: Alphabetical, Numeric, by Column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2237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8945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data/cities.txt | head -n 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Ankara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Ankara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Antalya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Antalya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cut -d, -f5 | sort | head -n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cut -d, -f5 | sort -n | head -n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-t, -k5 -nr data/students.csv | head -n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2026010,Onur Dogan,ME,73,100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2026001,Elif Yilmaz,ECT,96,99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2026020,Emre Dogan,ME,64,98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01000" y="1508760"/>
            <a:ext cx="3657600" cy="4754880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0" y="1691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14884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numeric: 35 &lt; 100 (plain sort compares characters: "100" &lt; "35" because '1' &lt; '3').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(largest first).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-t,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field separator is a comma.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-k5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sort by field 5 (here: final grade).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unique: drop repeated lines.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uniq: Collapse Adjacent Repeats — So Sort First!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7607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543153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 -c data/cities.txt | head -n 4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Antalya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Trabzon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Konya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Bursa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data/cities.txt | uniq -c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Ankara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6 Antalya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Bursa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Eskisehir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Istanbul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Izmir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 Konya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Trabzon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data/cities.txt | uniq -c | sort -rn | head -n 3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6 Antalya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Trabzon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Eskisehir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5120640" cy="1737360"/>
          </a:xfrm>
          <a:prstGeom prst="roundRect">
            <a:avLst>
              <a:gd name="adj" fmla="val 263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702552" y="1600200"/>
            <a:ext cx="4791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-d, -f2 data/students.csv | sort | uniq -d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Mehmet Aydin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Onur Dogan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Selin Yildiz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342900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766560" y="3611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406908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only compares a line with the one just before it.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 each group;  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 only repeated lines (here: names that appear twice).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| uniq -c | sort -rn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"how many of each, most common first" — the most useful pipeline of the day.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· WC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Takes Columns, wc Counts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4373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data/students.csv | cut -d, -f2,5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name,final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Yilmaz,99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Zeynep Dogan,36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 logs/access.log | cut -d" " -f1,7,9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10.0.1.10 /about.html 404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10.0.1.10 /api/grades 200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logs/system.log | cut -c12-16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09:11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09:22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logs/system.log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120  669 5207 logs/system.log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data/*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30 data/cities.txt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 data/numbers.txt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41 data/students.csv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91 total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1488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-d','  -f2,5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fields 2 and 5, separated by commas.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-d" "  -f7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field 7, separated by single spaces.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-c12-16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characters 12 to 16 (fixed columns).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43800" y="4480560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5120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lines, words, bytes: 120 lines, 669 words, 5207 bytes. -l, -w, -c for just one of them.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tr: Translate, Delete and Squeeze Characters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4373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 docs/linux_quotes.txt | tr a-z A-Z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IS CHEAP. SHOW ME THE CODE.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ENOUGH EYEBALLS, ALL BUGS ARE SHALLOW.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 data/students.csv | tr "," ";"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id;name;department;midterm;final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2026001;Elif Yilmaz;ECT;96;99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"Hello, World!" | tr -d ",!"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logs/system.log | cut -d" " -f4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logs/system.log | tr -s " " | cut -d" " -f4-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link up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memory usage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memory usage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4114800" cy="2377440"/>
          </a:xfrm>
          <a:prstGeom prst="roundRect">
            <a:avLst>
              <a:gd name="adj" fmla="val 230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jobs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1488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a-z A-Z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replace each character of set 1 by the one of set 2.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-d set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delete those characters.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-s " "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squeeze repeats into 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43800" y="406908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empty lines?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4709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"INFO  network" has TWO spaces, so cut sees an empty field 4. tr -s " " squeezes them first; -f4- means field 4 to the end.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Redirection and Filters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440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You want to…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 from today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/ append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f   &gt;&gt;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data &gt; list.txt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input from a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-l &lt; logs/access.log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or hide 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2&gt; f   2&gt; /dev/null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. -name "*.md" 2&gt; /dev/null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into one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f 2&gt;&amp;1   &amp;&gt;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data nosuch &gt; all.txt 2&gt;&amp;1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two programs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cmd1 | cmd2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ERROR logs/system.log | wc -l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matching 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-i -n -v -c -w -r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-c " 404 " logs/access.log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-n -r -t, -k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-t, -k5 -nr data/students.csv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each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| uniq -c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data/cities.txt | uniq -c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-d -f / -c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-d, -f2,5 data/students.csv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characters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   tr -d   tr -s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 a-z A-Z &lt; docs/linux_quotes.txt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head, tail, tee, find, xargs — then real questions answered with one-line pipelines.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· TAIL · TEE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head, tail and tee in Pipelines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2926080"/>
          </a:xfrm>
          <a:prstGeom prst="roundRect">
            <a:avLst>
              <a:gd name="adj" fmla="val 156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6202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head -n 2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2026001,Elif Yilmaz,ECT,96,99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2026002,Zeynep Dogan,ME,95,36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120 logs/access.log | tail -n 1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10.0.3.24 - - [12/Oct/2026:12:53:47 +0300] "GET /index.html HTTP/1.1" 404 4270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 500 " logs/access.log | tee errors_500.txt | wc -l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errors_500.txt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errors_500.txt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4709160"/>
            <a:ext cx="1463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470916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743200" y="4709160"/>
            <a:ext cx="1463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470916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937760" y="4709160"/>
            <a:ext cx="1463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5623560"/>
            <a:ext cx="1463040" cy="59436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743200" y="5623560"/>
            <a:ext cx="14630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errors_500.txt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29968" y="5074920"/>
            <a:ext cx="69494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24528" y="5074920"/>
            <a:ext cx="69494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474720" y="5458968"/>
            <a:ext cx="91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572000" y="5623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= a T-junction: copy to a file AND pass 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26680" y="1508760"/>
            <a:ext cx="3931920" cy="4754880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148840"/>
            <a:ext cx="34747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-n 5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5 lines.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-n 5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last 5 lines.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-n +2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line 2 on: skips a header.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-n 120 | tail -n 1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exactly line 120.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-f log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follow a growing file (Ctrl+C to stop).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-a f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append instead of overwrite.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find: Search the Directory Tree by Name, Type, Size, 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07161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-name "*.txt"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docs/notes_02.txt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docs/syllabus.txt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docs/notes_01.txt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docs/notes_03.txt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docs/linux_quotes.txt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docs/final report.txt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-type d -name src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./src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./projects/beta/src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./projects/alpha/src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-size +10k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./logs/access.log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photos -iname "*.jp*g" | wc -l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-d "2026-09-01" docs/notes_01.txt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-mtime +30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docs/notes_01.txt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508760"/>
          <a:ext cx="4480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-name "*.txt"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matches (wildcards in quotes)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-iname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ignoring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-type f / 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file / directory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-size +10k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than 10 KiB (-10k: smaller)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-mtime +30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more than 30 days 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-mtime -1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in the last 24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470916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406640" y="48920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find WHERE TESTS. Several tests = all must hold (AND). Unlike ls, find walks the whole tree below WHERE.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· XARGS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Acting on What find Finds: -exec and xargs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4373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"*.c" -exec wc -l {} \;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./src/hello.c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./projects/beta/src/main.c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./projects/alpha/src/main.c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"*.c" | xargs wc -l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 ./src/hello.c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./projects/beta/src/main.c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./projects/alpha/src/main.c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 total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-name "*.txt" | xargs wc -l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docs/notes_02.txt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 docs/syllabus.txt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docs/notes_01.txt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docs/notes_03.txt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docs/linux_quotes.txt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wc: docs/final: No such file or directory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wc: report.txt: No such file or directory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23 total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-name "*.txt" -print0 | xargs -0 wc -l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docs/notes_02.txt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 docs/syllabus.txt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docs/notes_01.txt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docs/notes_03.txt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docs/linux_quotes.txt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docs/final report.txt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 total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1488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-exec cmd {} \;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runs cmd once per file; {} = the file name.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xargs cmd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turns stdin lines into ARGUMENTS: one wc with all names (note the total).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-print0 | xargs -0</a:t>
            </a: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 for names with spaces.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43800" y="4480560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5120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find … -exec rm {} \; or … | xargs rm, run the same line WITHOUT rm and read the list. rm has no undo.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One-Line Answers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logs/access.log · logs/system.log · data/students.csv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Field Is Where?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logs/access.log  —  cut -d" " -fN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10512"/>
            <a:ext cx="132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321468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13214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87752"/>
            <a:ext cx="1504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35744" y="1810512"/>
            <a:ext cx="341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35744" y="2103120"/>
            <a:ext cx="341306" cy="457200"/>
          </a:xfrm>
          <a:prstGeom prst="roundRect">
            <a:avLst>
              <a:gd name="adj" fmla="val 1339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935744" y="2103120"/>
            <a:ext cx="341306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42686" y="1810512"/>
            <a:ext cx="341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42686" y="2103120"/>
            <a:ext cx="341306" cy="457200"/>
          </a:xfrm>
          <a:prstGeom prst="roundRect">
            <a:avLst>
              <a:gd name="adj" fmla="val 1339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342686" y="2103120"/>
            <a:ext cx="341306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49629" y="1810512"/>
            <a:ext cx="2791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9629" y="2103120"/>
            <a:ext cx="2791711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2749629" y="2103120"/>
            <a:ext cx="2791711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[12/Oct/2026:08:00:00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658189" y="2587752"/>
            <a:ext cx="2974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06975" y="1810512"/>
            <a:ext cx="953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06975" y="2103120"/>
            <a:ext cx="95390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606975" y="2103120"/>
            <a:ext cx="95390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+0300]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15535" y="2587752"/>
            <a:ext cx="1136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626519" y="1810512"/>
            <a:ext cx="7088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6519" y="2103120"/>
            <a:ext cx="708867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626519" y="2103120"/>
            <a:ext cx="708867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5079" y="2587752"/>
            <a:ext cx="8917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401022" y="1810512"/>
            <a:ext cx="156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1022" y="2103120"/>
            <a:ext cx="1566509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401022" y="2103120"/>
            <a:ext cx="1566509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/about.html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09582" y="2587752"/>
            <a:ext cx="1749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33166" y="1810512"/>
            <a:ext cx="132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33166" y="2103120"/>
            <a:ext cx="132146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9033166" y="2103120"/>
            <a:ext cx="13214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HTTP/1.1"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941726" y="2587752"/>
            <a:ext cx="1504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420270" y="1810512"/>
            <a:ext cx="5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420270" y="2103120"/>
            <a:ext cx="586347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10420270" y="2103120"/>
            <a:ext cx="586347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328830" y="2587752"/>
            <a:ext cx="76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1072253" y="1810512"/>
            <a:ext cx="5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072253" y="2103120"/>
            <a:ext cx="586347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11072253" y="2103120"/>
            <a:ext cx="586347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442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980813" y="2587752"/>
            <a:ext cx="76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logs/system.log  —  fixed columns: cut -cA-B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-c1-10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37033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54864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2103120" y="3410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-c12-19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370332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210312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09:11:00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2103120" y="4187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(hour: 12-13)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379476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-c21-25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94760" y="370332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3794760" y="3703320"/>
            <a:ext cx="1051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379476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493776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-c27-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70332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493776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memory usage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93776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data/students.csv  —  cut -d, -fN  (line 1 is a header!)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4965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2578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548640" y="5257800"/>
            <a:ext cx="1463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5742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2103120" y="4965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103120" y="52578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69" name="Text 67"/>
          <p:cNvSpPr txBox="1"/>
          <p:nvPr/>
        </p:nvSpPr>
        <p:spPr>
          <a:xfrm>
            <a:off x="210312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2103120" y="5742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42062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206240" y="52578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3" name="Text 71"/>
          <p:cNvSpPr txBox="1"/>
          <p:nvPr/>
        </p:nvSpPr>
        <p:spPr>
          <a:xfrm>
            <a:off x="420624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ECT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20624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55778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577840" y="52578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7" name="Text 75"/>
          <p:cNvSpPr txBox="1"/>
          <p:nvPr/>
        </p:nvSpPr>
        <p:spPr>
          <a:xfrm>
            <a:off x="557784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557784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69494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-f5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949440" y="52578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81" name="Text 79"/>
          <p:cNvSpPr txBox="1"/>
          <p:nvPr/>
        </p:nvSpPr>
        <p:spPr>
          <a:xfrm>
            <a:off x="694944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94944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412480" y="3063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4" name="Text 82"/>
          <p:cNvSpPr txBox="1"/>
          <p:nvPr/>
        </p:nvSpPr>
        <p:spPr>
          <a:xfrm>
            <a:off x="8641080" y="32461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pipeline</a:t>
            </a:r>
            <a:endParaRPr lang="en-US" sz="1500" dirty="0"/>
          </a:p>
        </p:txBody>
      </p:sp>
      <p:sp>
        <p:nvSpPr>
          <p:cNvPr id="85" name="Text 83"/>
          <p:cNvSpPr txBox="1"/>
          <p:nvPr/>
        </p:nvSpPr>
        <p:spPr>
          <a:xfrm>
            <a:off x="8641080" y="3703320"/>
            <a:ext cx="2788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-n 3 the file.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separator: space, comma, fixed columns?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fields from 1.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Pipeline One Stage at a Time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04088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671169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head -n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sort | head -n 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sort | uniq -c | sort -rn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148 200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57 404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34 304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24 500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20 301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17 403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18120" y="1508760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18120" y="1508760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58200" y="1508760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21488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column you need; check with head.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2715768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818120" y="2715768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458200" y="2715768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86800" y="2898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3558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brings equal values together.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3922776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818120" y="3922776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58200" y="3922776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686800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456285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-c counts each group.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5129784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818120" y="5129784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458200" y="5129784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686800" y="53126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57698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-rn: largest count first; head -n N for a top N.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ACCESS.LOG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Pages, Top Visitors, Broken Links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107807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-f7 logs/access.log | sort | uniq -c | sort -rn | head -n 5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41 /courses/mcmp117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37 /about.html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33 /index.html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33 /images/logo.png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32 /api/grades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-f1 logs/access.log | sort | uniq -c | sort -rn | head -n 3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58 10.0.2.17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56 10.0.4.31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52 10.0.6.45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 404 " logs/access.log | cut -d" " -f7 | sort | uniq -c | sort -rn | head -n 3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9 /images/logo.png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 /index.html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 /about.html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SYSTEM.LOG &amp; STUDENTS.CSV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per Hour, Warnings, Departments, Best Finals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2514600"/>
          </a:xfrm>
          <a:prstGeom prst="roundRect">
            <a:avLst>
              <a:gd name="adj" fmla="val 1818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10780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ERROR logs/system.log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ERROR logs/system.log | cut -c12-13 | uniq -c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3 09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4 10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1 12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3 13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2 14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WARN logs/system.log | cut -c27- | sort | uniq -c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11 high memory usage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temperature 71C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109960" cy="2057400"/>
          </a:xfrm>
          <a:prstGeom prst="roundRect">
            <a:avLst>
              <a:gd name="adj" fmla="val 222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4297680"/>
            <a:ext cx="107807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cut -d, -f3 | sort | uniq -c | sort -rn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ECT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11 ME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10 CS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EE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sort -t, -k5 -nr | head -n 3 | cut -d, -f2,3,5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Onur Dogan,ME,100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Yilmaz,ECT,99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Emre Dogan,ME,98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· 1 /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Redirection and grep (Parts A and B)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list of data/ into list.txt, then append the list of docs/. How many lines?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5508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5508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ls data nosuch so that the listing goes to ok.txt and the error to err.txt.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580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8580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the number of lines of logs/system.log — without the file name.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5508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35508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. -name "*.md" complains about a folder you may not read. Hide only the errors.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580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580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first 3 lines of system.log that are NOT INFO, with line numbers.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5508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35508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in access.log got the status 404?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8580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8580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students belong to the EE department?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1792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5508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35508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came from 10.0.5.38? (Careful with the dots!)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· 2 /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One-Line Pipelines (Parts C and D)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are in each department?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5508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5508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final grades of the top 3 students by final grade.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580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8580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most requested pages of the web site.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5508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35508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page produced the most 404 errors?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580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580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ERROR lines does system.log contain per hour?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5508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35508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names appear more than once in students.csv?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8580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8580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status-500 lines into errors_500.txt AND print how many there are — one line.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1792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5508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35508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IP addresses visited the site? Which one made the fewest requests?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Mistakes Everybody Makes Once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600200"/>
            <a:ext cx="479145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data/cities.txt c.txt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c.txt &gt; c.txt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c.txt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c.txt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user login logs/system.log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grep: login: No such file or directory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logs/system.log:2026-10-12 09:44:00 INFO  user login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&gt; wc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README.txt  c.txt  docs  photos    scripts  wc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     data   logs  projects  src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-t, -k5 -n data/students.csv | head -n 2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id,name,department,midterm,final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2026032,Onur Dogan,ECT,41,35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150876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26480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f &gt; f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empties f BEFORE sort reads it: 0 lines. Write to a new file, then mv.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15400" y="150876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0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grep user login f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Unquoted: grep searches "user" in a file named login. Use "user login".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97880" y="315468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26480" y="33375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 data &gt; wc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is not |. This creates a file named wc. Use ls data | wc -l.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315468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144000" y="33375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line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"id,name,…" sorts as 0 with -n. Skip it: tail -n +2.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97880" y="480060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126480" y="4983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 without sort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5440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only adjacent repeats. Use sort | uniq -c.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15400" y="480060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144000" y="4983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2&gt;&amp;1 &gt; f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5440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left to right: the error stays on screen. Write &gt; f 2&gt;&amp;1.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780794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78079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 cmd &gt; out.txt 2&gt;&amp;1  and  cmd 2&gt;&amp;1 &gt; out.txt 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019806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0198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47772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 uniq -c data/cities.txt  report "1 Antalya" although Antalya appears 6 times? Fix it.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5881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25881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86784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pipeline that prints the 3 IP addresses with the most requests in logs/access.log.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25796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549783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549783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5796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calls does the shell use to run  grep ERROR logs/system.log | wc -l ?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12 — 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39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streams: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process starts with fd 0 (stdin), 1 (stdout), 2 (stderr) — the same write(1, …) we traced in Weeks 2–3.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&gt;&gt; &lt; 2&gt; 2&gt;&amp;1 &amp;&gt; /dev/null. The shell opens the file and uses dup2() between fork() and exec(); the program never knows.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redirections are applied left to right: &gt; f 2&gt;&amp;1 captures both streams, 2&gt;&amp;1 &gt; f does not.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cmd1 | cmd2 runs both processes concurrently, linked by a kernel buffer (a bounded buffer, Week 5).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grep (-i -n -v -c -w -r, ^ $ . [ ] *), sort (-n -r -t -k), uniq (-c -d, after sort), cut, wc, tr, head, tail, tee.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xargs: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 the tree by name, type, size, age; -print0 | xargs -0 for names with spaces.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r>
              <a:rPr lang="en-US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extract → sort → uniq -c → sort -rn → head, one stage at a time.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 &amp; Job Control (Week 13)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7680960" cy="2926080"/>
          </a:xfrm>
          <a:prstGeom prst="roundRect">
            <a:avLst>
              <a:gd name="adj" fmla="val 187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will cover: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ps, pstree, top: watching processes, PIDs and states (Week 3)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and background: &amp;, jobs, fg, bg, Ctrl+Z, Ctrl+C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kill, SIGTERM vs SIGKILL — and why yes | head stops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and renice: process priority (Week 5)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zombie process you can see with your own eyes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questions after class, ask them on the course Telegram channel — everyone benefits from the answer.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Hasan Oğuz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 ·  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MCMP117 Week 12</dc:title>
  <dc:subject>PptxGenJS Presentation</dc:subject>
  <dc:creator>PptxGenJS</dc:creator>
  <cp:lastModifiedBy>PptxGenJS</cp:lastModifiedBy>
  <cp:revision>1</cp:revision>
  <dcterms:created xsi:type="dcterms:W3CDTF">2026-10-12T16:48:33Z</dcterms:created>
  <dcterms:modified xsi:type="dcterms:W3CDTF">2026-10-12T16:48:33Z</dcterms:modified>
</cp:coreProperties>
</file>